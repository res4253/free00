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4" y="324"/>
      </p:cViewPr>
      <p:guideLst/>
    </p:cSldViewPr>
  </p:slideViewPr>
  <p:notesTextViewPr>
    <p:cViewPr>
      <p:scale>
        <a:sx n="1" d="1"/>
        <a:sy n="1" d="1"/>
      </p:scale>
      <p:origin x="0" y="-16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1:58:08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1 657 24575,'425'0'0,"-405"-1"0,-1-1 0,1-1 0,25-7 0,31-4 0,-67 13 0,1 0 0,-1 0 0,1-1 0,-1-1 0,0 1 0,0-1 0,0-1 0,0 0 0,0 0 0,-1-1 0,0 0 0,0 0 0,0-1 0,0 0 0,7-8 0,-3 3 0,0 1 0,1 0 0,0 0 0,0 1 0,26-12 0,-26 15 0,0-1 0,0-1 0,-1 0 0,0 0 0,-1-1 0,1-1 0,11-13 0,65-92 0,-80 103 0,0 0 0,0-1 0,-1 0 0,-1 0 0,0 0 0,3-15 0,-3 13 0,-1-4-227,0 0-1,-1 0 1,-2-1-1,1 1 1,-2-25-1,0 8-6598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1:58:21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24575,'-1'100'0,"3"118"0,13-107 0,0-9 0,-13-77 0,1 0 0,1 0 0,1-1 0,2 1 0,0-1 0,16 33 0,-7-5 0,-14-44 0,0 0 0,1 0 0,-1 0 0,2 0 0,6 12 0,-8-17 0,0 0 0,0 0 0,1-1 0,-1 1 0,1-1 0,-1 0 0,1 0 0,0 0 0,0 0 0,0 0 0,0 0 0,1-1 0,-1 0 0,0 0 0,1 1 0,-1-2 0,7 2 0,17 5 0,0 0 0,0 2 0,38 18 0,-42-16 0,1-1 0,0-1 0,0-1 0,1-1 0,25 3 0,-27-7 0,-1 1 0,-1 1 0,1 1 0,-1 0 0,36 18 0,-39-18 0,-1 0 0,1-2 0,0 0 0,0-1 0,0-1 0,0 0 0,36-3 0,-23 2 0,42 4 0,11 8 0,111 2 0,-115-16-1365,-47 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1:58:3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24575,'0'-5'0,"0"-1"0,0 0 0,0 0 0,1 1 0,0-1 0,0 1 0,1-1 0,-1 1 0,1-1 0,3-5 0,-3 8 0,0 0 0,1 1 0,-1-1 0,1 0 0,-1 1 0,1 0 0,0 0 0,0 0 0,0 0 0,0 0 0,0 0 0,0 1 0,1-1 0,-1 1 0,0 0 0,1 0 0,5 0 0,0-2 0,0 2 0,0 0 0,0 0 0,0 0 0,0 1 0,1 1 0,-1-1 0,0 2 0,0-1 0,0 1 0,0 0 0,0 1 0,-1 0 0,1 1 0,-1 0 0,1 0 0,-1 0 0,-1 1 0,1 1 0,-1-1 0,0 1 0,11 12 0,-1-1 0,0-1 0,1 0 0,1-1 0,25 15 0,-23-15 0,-1 1 0,-1 1 0,0 0 0,-1 2 0,0 0 0,-2 1 0,17 26 0,0 1 0,51 75 0,-64-94 0,-13-19 0,-1 0 0,0 0 0,0 1 0,4 10 0,39 99 0,84 192 0,-115-271 0,26 83 0,-38-99 0,-1 1 0,0 1 0,-2-1 0,-1 47 0,-1-13 0,13 91 0,-3-50 0,-8-77 0,-2-1 0,-1 0 0,0 1 0,-2-1 0,0 0 0,-7 27 0,1-19 0,-3 35 0,9-52 0,1-1 0,1 1 0,0 0 0,1-1 0,3 19 0,0-15 0,-1-14 0,-2-15 0,-2-39-1365,-2-18-5461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2:00:3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0 24575,'0'534'0,"-3"-480"0,-12 74 0,-4 44 0,0 37 0,12-148 0,1 10 0,4-36 0,-11 57 0,10-81 0,0 0 0,0 1 0,-2-1 0,1-1 0,-1 1 0,-1-1 0,0 0 0,-14 18 0,4-9-109,10-13-16,0 0-1,1 1 0,-1-1 1,2 1-1,-1 0 1,1 0-1,0 1 0,0-1 1,-3 12-1,1 12-6700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2:00:38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885 0 24575,'-49'0'0,"-125"4"0,143-1 0,-1 1 0,1 1 0,-46 15 0,-70 36 0,62-22 0,78-32 0,1 1 0,-1 0 0,1 1 0,-1-1 0,1 1 0,0 0 0,0 1 0,1-1 0,0 1 0,-1 0 0,-5 9 0,3-1 0,0 0 0,0 1 0,1 0 0,-6 18 0,-76 171 0,80-183 7,1 0 1,1 0-1,0 0 0,2 1 0,1 0 1,-4 42-1,8 133-295,3-103-840,-3-58-5698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2:02:45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1635 0 24575,'0'2'0,"0"-1"0,-1 0 0,1 1 0,0-1 0,-1 0 0,1 1 0,-1-1 0,1 0 0,-1 0 0,0 1 0,1-1 0,-2 1 0,-5 10 0,-2 15 0,2 0 0,-6 36 0,7-29 0,-4 30 0,3 0 0,2 66 0,2-26 0,-32 158 0,4-45 0,26-177 0,-18 61 0,2-8 0,-3 26 0,-11 63 0,24-95 0,-4 0 0,-41 137 0,46-193 0,6-17 0,0-1 0,-1 0 0,0 0 0,-12 21 0,-88 154 0,57-97 0,2-4 0,-32 58 0,-21 50 0,9-16 0,68-139 0,13-21 0,-1-1 0,-24 32 0,-21 28 0,-77 147 0,129-220 0,-63 135 0,50-100 0,-2-1 0,-2-1 0,-41 59 0,55-88 0,-15 18 0,0-1 0,-40 38 0,52-54 0,0 0 0,1 1 0,0 0 0,0 0 0,1 1 0,-7 16 0,-3 5 0,-36 65 43,-32 56-1451,64-124-5418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2:02:47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0 891 24575,'0'-5'0,"1"0"0,0 0 0,0 0 0,0 0 0,1 0 0,0 0 0,-1 0 0,2 1 0,-1-1 0,1 0 0,5-7 0,5-4 0,23-25 0,-20 24 0,73-84 0,-80 92 0,0 1 0,0 0 0,1 0 0,0 1 0,1 0 0,0 1 0,0 1 0,20-8 0,-20 8 0,1 1 0,-1-2 0,0 1 0,-1-2 0,1 1 0,-1-1 0,-1-1 0,16-15 0,-20 17 0,-1-1 0,0 0 0,0 0 0,5-12 0,-5 9 0,0 2 0,0-1 0,7-8 0,-6 7 0,1 1 0,-1-1 0,-1 0 0,1 0 0,2-13 0,13-31 0,57-86 0,-8 16 0,-53 97 0,-16 27 0,0 0 0,0 1 0,0-1 0,0 0 0,0 0 0,0 1 0,0-1 0,0 0 0,0 0 0,0 1 0,0-1 0,0 0 0,0 0 0,1 1 0,-1-1 0,0 0 0,0 0 0,0 1 0,1-1 0,-1 0 0,0 0 0,0 0 0,0 0 0,1 1 0,-1-1 0,0 0 0,0 0 0,1 0 0,-1 0 0,0 0 0,0 0 0,1 0 0,-1 0 0,0 0 0,0 0 0,1 0 0,-1 0 0,0 0 0,1 0 0,-1 0 0,0 0 0,0 0 0,1 0 0,-1 0 0,0 0 0,0 0 0,1 0 0,-1 0 0,0 0 0,0-1 0,1 1 0,-1 0 0,0 0 0,0 0 0,0 0 0,1-1 0,-1 1 0,0 0 0,0 0 0,0-1 0,0 1 0,1 0 0,-1 0 0,0-1 0,2 27 0,-2-24 0,-7 609 0,7-219-1365,0-361-5461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2:03:06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2116 24575,'9'-23'0,"1"0"0,1 1 0,16-24 0,6-14 0,-10 15 0,60-111 0,-67 130 0,2 0 0,0 1 0,37-37 0,12-7 0,76-98 0,-15 5 0,177-173 0,-232 274 0,-21 19 0,-17 10 0,-19 17 0,0 0 0,1 2 0,1-1 0,30-16 0,121-42 0,-155 65 0,0-1 0,-1 0 0,0 0 0,19-16 0,15-11 0,47-18 0,121-51 0,-203 99 0,60-26 0,1 3 0,101-23 0,-108 32 0,65-28 0,53-17 0,-126 49 0,-1 2 0,1 4 0,101-5 0,-122 14 0,-13 1 0,0-2 0,0 0 0,0-2 0,25-5 0,-23 2-682,41-4-1,-33 7-6143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2:03:19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24575,'0'6'0,"-1"0"0,0 0 0,0 0 0,0-1 0,0 1 0,-1 0 0,0-1 0,-1 1 0,-3 6 0,-33 46 0,1 0 0,18-19 0,-29 51 0,42-80 0,0 1 0,-1-2 0,0 1 0,-1-1 0,0-1 0,-13 11 0,-22 12 0,-41 41 0,80-67-273,-1-1 0,0 1 0,0-1 0,-12 6 0,-2-1-6553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2:03:21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34 24575,'-6'0'0,"-8"0"0,-7 0 0,-7 0 0,-4 0 0,-9 0 0,3-6 0,2-1 0,0-1 0,2 3 0,-1 0 0,6 3-8191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2:08:11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1876 24575,'0'-390'0,"0"381"0,0 0 0,1-1 0,0 1 0,1 0 0,0 0 0,0 0 0,1 0 0,0 0 0,0 0 0,1 1 0,0-1 0,1 1 0,0 0 0,0 1 0,1-1 0,0 1 0,0 0 0,13-11 0,-3 3 0,-1 2 0,0-1 0,-1-1 0,19-25 0,183-307 0,-173 255 0,-35 72 0,0 0 0,2 1 0,0 0 0,1 0 0,1 1 0,22-26 0,-7 14 0,-16 17 0,23-20 0,-9 13 0,-1 0 0,0 0 0,-1-1 0,38-47 0,-47 50 0,0 1 0,0 0 0,19-15 0,-25 25 0,-1 1 0,1 0 0,0 0 0,1 1 0,-1 0 0,1 1 0,0-1 0,1 2 0,13-5 0,86-11 0,-64 13 0,0-3 0,45-14 0,29-14 0,128-23 0,-209 51 0,0-3 0,71-31 0,-96 37 0,5 0 0,0 0 0,1 0 0,-1 2 0,1 0 0,37-1 0,98 6 0,-80 2 0,-39-3 0,30 1 0,-60-1 0,0 1 0,0 0 0,0 0 0,0 1 0,0-1 0,0 1 0,0 0 0,0 1 0,8 4 0,5 8-1365,-2-1-5461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DF655-9EB4-45B2-A917-E5A7AACAE56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1FA6BA-1608-4DFA-A13E-E76810DBE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952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円の変形は</a:t>
            </a:r>
            <a:r>
              <a:rPr kumimoji="1" lang="en-US" altLang="ja-JP" dirty="0"/>
              <a:t>r,</a:t>
            </a:r>
            <a:r>
              <a:rPr kumimoji="1" lang="ja-JP" altLang="en-US" dirty="0"/>
              <a:t>左円の中心は</a:t>
            </a:r>
            <a:r>
              <a:rPr kumimoji="1" lang="en-US" altLang="ja-JP" dirty="0"/>
              <a:t>cl,</a:t>
            </a:r>
            <a:r>
              <a:rPr kumimoji="1" lang="ja-JP" altLang="en-US" dirty="0"/>
              <a:t>右は</a:t>
            </a:r>
            <a:r>
              <a:rPr kumimoji="1" lang="en-US" altLang="ja-JP" dirty="0" err="1"/>
              <a:t>cr</a:t>
            </a:r>
            <a:r>
              <a:rPr kumimoji="1" lang="en-US" altLang="ja-JP" dirty="0"/>
              <a:t>,</a:t>
            </a:r>
            <a:r>
              <a:rPr kumimoji="1" lang="ja-JP" altLang="en-US" dirty="0"/>
              <a:t>原点は</a:t>
            </a:r>
            <a:r>
              <a:rPr kumimoji="1" lang="en-US" altLang="ja-JP" dirty="0"/>
              <a:t>p(0,0)</a:t>
            </a:r>
            <a:r>
              <a:rPr kumimoji="1" lang="ja-JP" altLang="en-US" dirty="0"/>
              <a:t>とする。</a:t>
            </a:r>
            <a:endParaRPr kumimoji="1" lang="en-US" altLang="ja-JP" dirty="0"/>
          </a:p>
          <a:p>
            <a:r>
              <a:rPr kumimoji="1" lang="en-US" altLang="ja-JP" dirty="0"/>
              <a:t>Cl = [-</a:t>
            </a:r>
            <a:r>
              <a:rPr kumimoji="1" lang="en-US" altLang="ja-JP" dirty="0" err="1"/>
              <a:t>sint;cos</a:t>
            </a:r>
            <a:r>
              <a:rPr kumimoji="1" lang="en-US" altLang="ja-JP" dirty="0"/>
              <a:t>],</a:t>
            </a:r>
            <a:r>
              <a:rPr kumimoji="1" lang="en-US" altLang="ja-JP" dirty="0" err="1"/>
              <a:t>cr</a:t>
            </a:r>
            <a:r>
              <a:rPr kumimoji="1" lang="en-US" altLang="ja-JP" dirty="0"/>
              <a:t> = [sin;-cos]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FA6BA-1608-4DFA-A13E-E76810DBEB3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57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CD5501-8E85-4CF9-5D78-AF8562B15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26EF8E-F58A-8AF2-EA30-F74949CF3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CDA149-2C0E-6354-061C-04BC30B0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C64065-75A4-AA6E-1A65-7BF83E9F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C433CC-9B93-D9C8-422A-252B3505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24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5958E2-9C05-BAD6-1515-906A46578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C4D60C-32E5-8110-1D77-C0793025F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13C195-0F66-8E68-520C-1902A560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7B03A-4451-54D3-D012-91355513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F539B3-E3F6-5174-474D-C918340D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00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7ECC29-E76F-9F09-26C4-DC929A43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0CC237-3193-1519-B95D-9F42DC78E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C99B0E-244C-E400-CD7D-BCF27781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9B166A-16F5-5F51-D5E1-987D949B4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5697DF-7953-3E07-DFC2-F8488405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080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BC8374-CD2E-57F5-A151-51E1439A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D5557-0326-8E37-D21C-E1CD98F8C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8214BE-98FF-386E-FFD3-0913D7118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71959C-627E-5FBA-DC32-2902AABF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60A1C3-A7E2-6FAC-8D13-D00CC182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8D40DB-F06E-2075-0C44-D2A810F0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45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CC46F-3D92-3339-ADBD-9A4586BF0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3C443B-2E99-88E9-A0C4-F9DFB167E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B803EC-DE07-FCE6-9506-ADAA8061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B9DD688-2E22-38CF-D7F4-37D3544C7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E8270A-A569-1C0B-B9B9-16EE8E493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58BB3C6-8B12-6D16-4E36-651576F0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E1C76D8-5F13-EEEB-7E40-6B0383FE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BCB5FEF-D196-7244-F8A4-96A80C3A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245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4ADF58-AE2C-51A7-1D25-BCCF5078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1BD0FC-8838-424F-F55C-051617C9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27EE485-380E-90CF-ED4A-4D339E7D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9DF051D-1423-6B35-0FA1-31735997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60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A2698E6-C311-6201-9B5F-3E2D4167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7DF175-00D7-62DB-1793-E52A6221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223BDD-CDD8-39E5-FD88-AACFD921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57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9CD6E-A1D6-9007-A26C-E7D55E65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F24DE6-7CB6-8BCA-0771-9F8A181DC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6FAA00-95B8-FF86-97C0-DAEBB5A12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AB8347-AC38-6D5E-C5DE-F0207CE8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B5638C-8035-388A-BF5B-1F4D39C0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DE7172-D93D-112A-C5D6-D1B2C8F1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9419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8CD1D0-E938-0978-BBB8-621E4C48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66D7E67-793D-AAB4-64FA-B13674079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BA18CB-8A7A-32F4-DF13-48EB9D2CB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67B70A-A3BD-2618-D3CD-C186B7CFE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F523AC-118F-1F13-1F7F-2ED38B35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2A2927-0D9B-053F-2F3D-065FCC436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611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C63B43-E095-464A-36A7-7FC753EDA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CCD6EE-3788-6DCE-D15D-BB0F7D15B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864700-2EDA-5757-3815-8084DC4D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7BF235-E539-E0EB-377F-CD5DFA2C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56FA2C-88D2-FA95-2D5B-FC30E2F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26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9C4B5C-EDC3-9088-3EE6-976F87D83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5458D1-B4AC-776E-74B9-FE279A339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FB8C3E-8258-2EB9-C671-D84ADFC18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9152EB-22BC-1403-5602-263CBA4F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2F11DD-A8D4-585F-8ED3-848D111F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12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A7AA0A-0EE0-AAED-EFA3-5BB216A2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792A55-1F9B-9697-75DA-E948EE0C6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89B6E7-D0BD-8A23-FDA8-6F53BA132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39115-F470-4B66-9808-C8F1C12F0825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8B756E-FA33-61EB-D221-79B65BB5E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C8F879-AB5A-3C08-6E06-E9B65EEE9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D755A-EE66-4E7C-9F55-6BC23FE5F2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80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7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3" Type="http://schemas.openxmlformats.org/officeDocument/2006/relationships/customXml" Target="../ink/ink1.xml"/><Relationship Id="rId21" Type="http://schemas.openxmlformats.org/officeDocument/2006/relationships/image" Target="../media/image12.png"/><Relationship Id="rId7" Type="http://schemas.openxmlformats.org/officeDocument/2006/relationships/customXml" Target="../ink/ink3.xml"/><Relationship Id="rId12" Type="http://schemas.openxmlformats.org/officeDocument/2006/relationships/customXml" Target="../ink/ink4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20" Type="http://schemas.openxmlformats.org/officeDocument/2006/relationships/customXml" Target="../ink/ink7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24" Type="http://schemas.openxmlformats.org/officeDocument/2006/relationships/customXml" Target="../ink/ink9.xml"/><Relationship Id="rId5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3.png"/><Relationship Id="rId28" Type="http://schemas.openxmlformats.org/officeDocument/2006/relationships/customXml" Target="../ink/ink11.xml"/><Relationship Id="rId10" Type="http://schemas.openxmlformats.org/officeDocument/2006/relationships/image" Target="../media/image5.png"/><Relationship Id="rId19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customXml" Target="../ink/ink5.xml"/><Relationship Id="rId22" Type="http://schemas.openxmlformats.org/officeDocument/2006/relationships/customXml" Target="../ink/ink8.xml"/><Relationship Id="rId27" Type="http://schemas.openxmlformats.org/officeDocument/2006/relationships/image" Target="../media/image15.png"/><Relationship Id="rId30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F96B414-C02E-2690-3537-C2737789C3D1}"/>
              </a:ext>
            </a:extLst>
          </p:cNvPr>
          <p:cNvCxnSpPr>
            <a:cxnSpLocks/>
          </p:cNvCxnSpPr>
          <p:nvPr/>
        </p:nvCxnSpPr>
        <p:spPr>
          <a:xfrm>
            <a:off x="723900" y="3429000"/>
            <a:ext cx="8991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フローチャート: 結合子 6">
            <a:extLst>
              <a:ext uri="{FF2B5EF4-FFF2-40B4-BE49-F238E27FC236}">
                <a16:creationId xmlns:a16="http://schemas.microsoft.com/office/drawing/2014/main" id="{853D2928-3797-FB7C-A62F-6E6D69C5A322}"/>
              </a:ext>
            </a:extLst>
          </p:cNvPr>
          <p:cNvSpPr>
            <a:spLocks noChangeAspect="1"/>
          </p:cNvSpPr>
          <p:nvPr/>
        </p:nvSpPr>
        <p:spPr>
          <a:xfrm>
            <a:off x="4956629" y="3297464"/>
            <a:ext cx="263071" cy="26307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AE77B97-405F-95FB-271B-AACA1A3D5387}"/>
              </a:ext>
            </a:extLst>
          </p:cNvPr>
          <p:cNvCxnSpPr>
            <a:cxnSpLocks/>
          </p:cNvCxnSpPr>
          <p:nvPr/>
        </p:nvCxnSpPr>
        <p:spPr>
          <a:xfrm>
            <a:off x="2971800" y="1273629"/>
            <a:ext cx="0" cy="466997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フローチャート: 結合子 10">
            <a:extLst>
              <a:ext uri="{FF2B5EF4-FFF2-40B4-BE49-F238E27FC236}">
                <a16:creationId xmlns:a16="http://schemas.microsoft.com/office/drawing/2014/main" id="{D7F70532-F5FB-179C-8558-1F0BE6C7AB46}"/>
              </a:ext>
            </a:extLst>
          </p:cNvPr>
          <p:cNvSpPr>
            <a:spLocks noChangeAspect="1"/>
          </p:cNvSpPr>
          <p:nvPr/>
        </p:nvSpPr>
        <p:spPr>
          <a:xfrm>
            <a:off x="2840264" y="1588407"/>
            <a:ext cx="263071" cy="26307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605D48E-A8B6-0B13-97B4-4E2FD8B20854}"/>
              </a:ext>
            </a:extLst>
          </p:cNvPr>
          <p:cNvCxnSpPr>
            <a:cxnSpLocks/>
          </p:cNvCxnSpPr>
          <p:nvPr/>
        </p:nvCxnSpPr>
        <p:spPr>
          <a:xfrm rot="10800000">
            <a:off x="887185" y="3429000"/>
            <a:ext cx="8991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フローチャート: 結合子 13">
            <a:extLst>
              <a:ext uri="{FF2B5EF4-FFF2-40B4-BE49-F238E27FC236}">
                <a16:creationId xmlns:a16="http://schemas.microsoft.com/office/drawing/2014/main" id="{3FDD9389-420C-3296-A2F1-811ACBA7D584}"/>
              </a:ext>
            </a:extLst>
          </p:cNvPr>
          <p:cNvSpPr>
            <a:spLocks noChangeAspect="1"/>
          </p:cNvSpPr>
          <p:nvPr/>
        </p:nvSpPr>
        <p:spPr>
          <a:xfrm rot="10800000">
            <a:off x="7073141" y="4874985"/>
            <a:ext cx="263071" cy="26307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フローチャート: 結合子 31">
            <a:extLst>
              <a:ext uri="{FF2B5EF4-FFF2-40B4-BE49-F238E27FC236}">
                <a16:creationId xmlns:a16="http://schemas.microsoft.com/office/drawing/2014/main" id="{6ADF7964-71F7-81F8-CED3-719BCD1F6C72}"/>
              </a:ext>
            </a:extLst>
          </p:cNvPr>
          <p:cNvSpPr>
            <a:spLocks noChangeAspect="1"/>
          </p:cNvSpPr>
          <p:nvPr/>
        </p:nvSpPr>
        <p:spPr>
          <a:xfrm>
            <a:off x="297691" y="-954166"/>
            <a:ext cx="5348215" cy="534821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フローチャート: 結合子 33">
            <a:extLst>
              <a:ext uri="{FF2B5EF4-FFF2-40B4-BE49-F238E27FC236}">
                <a16:creationId xmlns:a16="http://schemas.microsoft.com/office/drawing/2014/main" id="{3ACB2BD7-C62D-C489-3BA8-0A1AD4610D5E}"/>
              </a:ext>
            </a:extLst>
          </p:cNvPr>
          <p:cNvSpPr>
            <a:spLocks noChangeAspect="1"/>
          </p:cNvSpPr>
          <p:nvPr/>
        </p:nvSpPr>
        <p:spPr>
          <a:xfrm>
            <a:off x="4530570" y="2332414"/>
            <a:ext cx="5348215" cy="534821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4D55262-CE7E-8EE3-66DA-E1F02D29E67A}"/>
              </a:ext>
            </a:extLst>
          </p:cNvPr>
          <p:cNvCxnSpPr>
            <a:cxnSpLocks/>
          </p:cNvCxnSpPr>
          <p:nvPr/>
        </p:nvCxnSpPr>
        <p:spPr>
          <a:xfrm>
            <a:off x="7204676" y="1225549"/>
            <a:ext cx="0" cy="466997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27F56D26-D012-A3BE-DD7E-F5216B43F847}"/>
              </a:ext>
            </a:extLst>
          </p:cNvPr>
          <p:cNvCxnSpPr>
            <a:cxnSpLocks/>
          </p:cNvCxnSpPr>
          <p:nvPr/>
        </p:nvCxnSpPr>
        <p:spPr>
          <a:xfrm flipH="1">
            <a:off x="2319564" y="-241300"/>
            <a:ext cx="5800271" cy="6858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8BF646A9-43BA-FE28-FADB-AEA40EAFFB52}"/>
              </a:ext>
            </a:extLst>
          </p:cNvPr>
          <p:cNvCxnSpPr>
            <a:stCxn id="11" idx="5"/>
            <a:endCxn id="14" idx="5"/>
          </p:cNvCxnSpPr>
          <p:nvPr/>
        </p:nvCxnSpPr>
        <p:spPr>
          <a:xfrm>
            <a:off x="3064809" y="1812952"/>
            <a:ext cx="4046858" cy="3100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3BD5672A-8646-A2DF-D070-6CDCD386DA56}"/>
              </a:ext>
            </a:extLst>
          </p:cNvPr>
          <p:cNvCxnSpPr>
            <a:stCxn id="11" idx="6"/>
            <a:endCxn id="32" idx="6"/>
          </p:cNvCxnSpPr>
          <p:nvPr/>
        </p:nvCxnSpPr>
        <p:spPr>
          <a:xfrm flipV="1">
            <a:off x="3103335" y="1719942"/>
            <a:ext cx="254257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538FF263-23E7-181B-2D82-CE14F0E682A7}"/>
              </a:ext>
            </a:extLst>
          </p:cNvPr>
          <p:cNvCxnSpPr>
            <a:cxnSpLocks/>
            <a:endCxn id="14" idx="4"/>
          </p:cNvCxnSpPr>
          <p:nvPr/>
        </p:nvCxnSpPr>
        <p:spPr>
          <a:xfrm>
            <a:off x="6476024" y="2438400"/>
            <a:ext cx="728652" cy="2436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2" name="インク 61">
                <a:extLst>
                  <a:ext uri="{FF2B5EF4-FFF2-40B4-BE49-F238E27FC236}">
                    <a16:creationId xmlns:a16="http://schemas.microsoft.com/office/drawing/2014/main" id="{E3448D88-D623-D874-C7A0-16D51500D834}"/>
                  </a:ext>
                </a:extLst>
              </p14:cNvPr>
              <p14:cNvContentPartPr/>
              <p14:nvPr/>
            </p14:nvContentPartPr>
            <p14:xfrm>
              <a:off x="2984520" y="2112780"/>
              <a:ext cx="407160" cy="236520"/>
            </p14:xfrm>
          </p:contentPart>
        </mc:Choice>
        <mc:Fallback>
          <p:pic>
            <p:nvPicPr>
              <p:cNvPr id="62" name="インク 61">
                <a:extLst>
                  <a:ext uri="{FF2B5EF4-FFF2-40B4-BE49-F238E27FC236}">
                    <a16:creationId xmlns:a16="http://schemas.microsoft.com/office/drawing/2014/main" id="{E3448D88-D623-D874-C7A0-16D51500D8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8400" y="2106660"/>
                <a:ext cx="4194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3" name="インク 62">
                <a:extLst>
                  <a:ext uri="{FF2B5EF4-FFF2-40B4-BE49-F238E27FC236}">
                    <a16:creationId xmlns:a16="http://schemas.microsoft.com/office/drawing/2014/main" id="{AB827626-3F36-198B-024C-61E091E8E944}"/>
                  </a:ext>
                </a:extLst>
              </p14:cNvPr>
              <p14:cNvContentPartPr/>
              <p14:nvPr/>
            </p14:nvContentPartPr>
            <p14:xfrm>
              <a:off x="4165014" y="3483905"/>
              <a:ext cx="481680" cy="394560"/>
            </p14:xfrm>
          </p:contentPart>
        </mc:Choice>
        <mc:Fallback>
          <p:pic>
            <p:nvPicPr>
              <p:cNvPr id="63" name="インク 62">
                <a:extLst>
                  <a:ext uri="{FF2B5EF4-FFF2-40B4-BE49-F238E27FC236}">
                    <a16:creationId xmlns:a16="http://schemas.microsoft.com/office/drawing/2014/main" id="{AB827626-3F36-198B-024C-61E091E8E9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8894" y="3477785"/>
                <a:ext cx="49392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5" name="インク 64">
                <a:extLst>
                  <a:ext uri="{FF2B5EF4-FFF2-40B4-BE49-F238E27FC236}">
                    <a16:creationId xmlns:a16="http://schemas.microsoft.com/office/drawing/2014/main" id="{CE073696-42A4-9721-A85C-F66B71A82868}"/>
                  </a:ext>
                </a:extLst>
              </p14:cNvPr>
              <p14:cNvContentPartPr/>
              <p14:nvPr/>
            </p14:nvContentPartPr>
            <p14:xfrm>
              <a:off x="5625480" y="2678700"/>
              <a:ext cx="369360" cy="738360"/>
            </p14:xfrm>
          </p:contentPart>
        </mc:Choice>
        <mc:Fallback>
          <p:pic>
            <p:nvPicPr>
              <p:cNvPr id="65" name="インク 64">
                <a:extLst>
                  <a:ext uri="{FF2B5EF4-FFF2-40B4-BE49-F238E27FC236}">
                    <a16:creationId xmlns:a16="http://schemas.microsoft.com/office/drawing/2014/main" id="{CE073696-42A4-9721-A85C-F66B71A828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19360" y="2672580"/>
                <a:ext cx="381600" cy="7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F33FB827-7FC4-DC4D-B9AE-A8231D8E6108}"/>
                  </a:ext>
                </a:extLst>
              </p:cNvPr>
              <p:cNvSpPr txBox="1"/>
              <p:nvPr/>
            </p:nvSpPr>
            <p:spPr>
              <a:xfrm>
                <a:off x="3027090" y="1940366"/>
                <a:ext cx="31792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F33FB827-7FC4-DC4D-B9AE-A8231D8E6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90" y="1940366"/>
                <a:ext cx="317926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0E4FCBA6-3495-FD6E-5573-F636995DDE1B}"/>
                  </a:ext>
                </a:extLst>
              </p:cNvPr>
              <p:cNvSpPr txBox="1"/>
              <p:nvPr/>
            </p:nvSpPr>
            <p:spPr>
              <a:xfrm>
                <a:off x="4245217" y="3410470"/>
                <a:ext cx="31792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0E4FCBA6-3495-FD6E-5573-F636995DD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217" y="3410470"/>
                <a:ext cx="317926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D41B55DD-88DB-78F8-3067-1D5AFBDC8ABA}"/>
                  </a:ext>
                </a:extLst>
              </p:cNvPr>
              <p:cNvSpPr txBox="1"/>
              <p:nvPr/>
            </p:nvSpPr>
            <p:spPr>
              <a:xfrm>
                <a:off x="5541083" y="2951378"/>
                <a:ext cx="31792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D41B55DD-88DB-78F8-3067-1D5AFBDC8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083" y="2951378"/>
                <a:ext cx="317926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9" name="インク 68">
                <a:extLst>
                  <a:ext uri="{FF2B5EF4-FFF2-40B4-BE49-F238E27FC236}">
                    <a16:creationId xmlns:a16="http://schemas.microsoft.com/office/drawing/2014/main" id="{385CE547-3052-1947-E830-C3D90C113EEB}"/>
                  </a:ext>
                </a:extLst>
              </p14:cNvPr>
              <p14:cNvContentPartPr/>
              <p14:nvPr/>
            </p14:nvContentPartPr>
            <p14:xfrm>
              <a:off x="3733320" y="1727220"/>
              <a:ext cx="76680" cy="576360"/>
            </p14:xfrm>
          </p:contentPart>
        </mc:Choice>
        <mc:Fallback>
          <p:pic>
            <p:nvPicPr>
              <p:cNvPr id="69" name="インク 68">
                <a:extLst>
                  <a:ext uri="{FF2B5EF4-FFF2-40B4-BE49-F238E27FC236}">
                    <a16:creationId xmlns:a16="http://schemas.microsoft.com/office/drawing/2014/main" id="{385CE547-3052-1947-E830-C3D90C113EE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27200" y="1721100"/>
                <a:ext cx="88920" cy="5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0" name="インク 69">
                <a:extLst>
                  <a:ext uri="{FF2B5EF4-FFF2-40B4-BE49-F238E27FC236}">
                    <a16:creationId xmlns:a16="http://schemas.microsoft.com/office/drawing/2014/main" id="{825FDD11-A45C-EF26-6240-5A1CFBF9216E}"/>
                  </a:ext>
                </a:extLst>
              </p14:cNvPr>
              <p14:cNvContentPartPr/>
              <p14:nvPr/>
            </p14:nvContentPartPr>
            <p14:xfrm>
              <a:off x="6640680" y="4165860"/>
              <a:ext cx="318960" cy="353160"/>
            </p14:xfrm>
          </p:contentPart>
        </mc:Choice>
        <mc:Fallback>
          <p:pic>
            <p:nvPicPr>
              <p:cNvPr id="70" name="インク 69">
                <a:extLst>
                  <a:ext uri="{FF2B5EF4-FFF2-40B4-BE49-F238E27FC236}">
                    <a16:creationId xmlns:a16="http://schemas.microsoft.com/office/drawing/2014/main" id="{825FDD11-A45C-EF26-6240-5A1CFBF9216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34560" y="4159740"/>
                <a:ext cx="33120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D21EA9B5-1F7C-90A0-E939-11FEA04D9BB5}"/>
                  </a:ext>
                </a:extLst>
              </p:cNvPr>
              <p:cNvSpPr txBox="1"/>
              <p:nvPr/>
            </p:nvSpPr>
            <p:spPr>
              <a:xfrm>
                <a:off x="3863410" y="1769178"/>
                <a:ext cx="31792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D21EA9B5-1F7C-90A0-E939-11FEA04D9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410" y="1769178"/>
                <a:ext cx="317926" cy="492443"/>
              </a:xfrm>
              <a:prstGeom prst="rect">
                <a:avLst/>
              </a:prstGeom>
              <a:blipFill>
                <a:blip r:embed="rId16"/>
                <a:stretch>
                  <a:fillRect r="-40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7F12FF9E-4A10-BE55-7CC9-7A611F884496}"/>
                  </a:ext>
                </a:extLst>
              </p:cNvPr>
              <p:cNvSpPr txBox="1"/>
              <p:nvPr/>
            </p:nvSpPr>
            <p:spPr>
              <a:xfrm>
                <a:off x="6425930" y="4342440"/>
                <a:ext cx="31792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7F12FF9E-4A10-BE55-7CC9-7A611F884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930" y="4342440"/>
                <a:ext cx="317926" cy="492443"/>
              </a:xfrm>
              <a:prstGeom prst="rect">
                <a:avLst/>
              </a:prstGeom>
              <a:blipFill>
                <a:blip r:embed="rId17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D2EFBFD4-6B83-8FB5-3314-95C55CFD3FD7}"/>
              </a:ext>
            </a:extLst>
          </p:cNvPr>
          <p:cNvGrpSpPr/>
          <p:nvPr/>
        </p:nvGrpSpPr>
        <p:grpSpPr>
          <a:xfrm>
            <a:off x="5101320" y="1723980"/>
            <a:ext cx="628920" cy="1608120"/>
            <a:chOff x="5101320" y="1723980"/>
            <a:chExt cx="628920" cy="160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5B7ABE90-BB4D-CBD6-0E63-4A40CD9C7FE2}"/>
                    </a:ext>
                  </a:extLst>
                </p14:cNvPr>
                <p14:cNvContentPartPr/>
                <p14:nvPr/>
              </p14:nvContentPartPr>
              <p14:xfrm>
                <a:off x="5101320" y="1790580"/>
                <a:ext cx="588960" cy="1541520"/>
              </p14:xfrm>
            </p:contentPart>
          </mc:Choice>
          <mc:Fallback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5B7ABE90-BB4D-CBD6-0E63-4A40CD9C7F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95200" y="1784460"/>
                  <a:ext cx="601200" cy="15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5" name="インク 74">
                  <a:extLst>
                    <a:ext uri="{FF2B5EF4-FFF2-40B4-BE49-F238E27FC236}">
                      <a16:creationId xmlns:a16="http://schemas.microsoft.com/office/drawing/2014/main" id="{BACA935B-AFA6-6995-0B04-D197BF0A8167}"/>
                    </a:ext>
                  </a:extLst>
                </p14:cNvPr>
                <p14:cNvContentPartPr/>
                <p14:nvPr/>
              </p14:nvContentPartPr>
              <p14:xfrm>
                <a:off x="5486160" y="1723980"/>
                <a:ext cx="244080" cy="383760"/>
              </p14:xfrm>
            </p:contentPart>
          </mc:Choice>
          <mc:Fallback>
            <p:pic>
              <p:nvPicPr>
                <p:cNvPr id="75" name="インク 74">
                  <a:extLst>
                    <a:ext uri="{FF2B5EF4-FFF2-40B4-BE49-F238E27FC236}">
                      <a16:creationId xmlns:a16="http://schemas.microsoft.com/office/drawing/2014/main" id="{BACA935B-AFA6-6995-0B04-D197BF0A81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80040" y="1717860"/>
                  <a:ext cx="256320" cy="39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2" name="インク 81">
                <a:extLst>
                  <a:ext uri="{FF2B5EF4-FFF2-40B4-BE49-F238E27FC236}">
                    <a16:creationId xmlns:a16="http://schemas.microsoft.com/office/drawing/2014/main" id="{221F7CA6-4E6E-C6F1-887B-D26361A90A5D}"/>
                  </a:ext>
                </a:extLst>
              </p14:cNvPr>
              <p14:cNvContentPartPr/>
              <p14:nvPr/>
            </p14:nvContentPartPr>
            <p14:xfrm>
              <a:off x="5232720" y="2476740"/>
              <a:ext cx="1146960" cy="761760"/>
            </p14:xfrm>
          </p:contentPart>
        </mc:Choice>
        <mc:Fallback>
          <p:pic>
            <p:nvPicPr>
              <p:cNvPr id="82" name="インク 81">
                <a:extLst>
                  <a:ext uri="{FF2B5EF4-FFF2-40B4-BE49-F238E27FC236}">
                    <a16:creationId xmlns:a16="http://schemas.microsoft.com/office/drawing/2014/main" id="{221F7CA6-4E6E-C6F1-887B-D26361A90A5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26600" y="2470620"/>
                <a:ext cx="1159200" cy="77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C43E9AEF-0B4E-FB97-56AE-DE354347B786}"/>
              </a:ext>
            </a:extLst>
          </p:cNvPr>
          <p:cNvGrpSpPr/>
          <p:nvPr/>
        </p:nvGrpSpPr>
        <p:grpSpPr>
          <a:xfrm>
            <a:off x="6349080" y="2438580"/>
            <a:ext cx="166320" cy="201600"/>
            <a:chOff x="6349080" y="2438580"/>
            <a:chExt cx="16632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BA2A7BC3-CA50-B083-51F0-AA43EB264028}"/>
                    </a:ext>
                  </a:extLst>
                </p14:cNvPr>
                <p14:cNvContentPartPr/>
                <p14:nvPr/>
              </p14:nvContentPartPr>
              <p14:xfrm>
                <a:off x="6349080" y="2450820"/>
                <a:ext cx="153000" cy="189360"/>
              </p14:xfrm>
            </p:contentPart>
          </mc:Choice>
          <mc:Fallback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BA2A7BC3-CA50-B083-51F0-AA43EB2640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42960" y="2444700"/>
                  <a:ext cx="165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2D04CA0D-18E4-5713-2D0C-FF064187873B}"/>
                    </a:ext>
                  </a:extLst>
                </p14:cNvPr>
                <p14:cNvContentPartPr/>
                <p14:nvPr/>
              </p14:nvContentPartPr>
              <p14:xfrm>
                <a:off x="6389040" y="2438580"/>
                <a:ext cx="126360" cy="12600"/>
              </p14:xfrm>
            </p:contentPart>
          </mc:Choice>
          <mc:Fallback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2D04CA0D-18E4-5713-2D0C-FF064187873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82920" y="2432460"/>
                  <a:ext cx="1386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1" name="インク 90">
                <a:extLst>
                  <a:ext uri="{FF2B5EF4-FFF2-40B4-BE49-F238E27FC236}">
                    <a16:creationId xmlns:a16="http://schemas.microsoft.com/office/drawing/2014/main" id="{7A6FA398-43D2-644E-C960-1BFCEB25CB9D}"/>
                  </a:ext>
                </a:extLst>
              </p14:cNvPr>
              <p14:cNvContentPartPr/>
              <p14:nvPr/>
            </p14:nvContentPartPr>
            <p14:xfrm>
              <a:off x="6337200" y="3731700"/>
              <a:ext cx="844920" cy="675720"/>
            </p14:xfrm>
          </p:contentPart>
        </mc:Choice>
        <mc:Fallback>
          <p:pic>
            <p:nvPicPr>
              <p:cNvPr id="91" name="インク 90">
                <a:extLst>
                  <a:ext uri="{FF2B5EF4-FFF2-40B4-BE49-F238E27FC236}">
                    <a16:creationId xmlns:a16="http://schemas.microsoft.com/office/drawing/2014/main" id="{7A6FA398-43D2-644E-C960-1BFCEB25CB9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31080" y="3725580"/>
                <a:ext cx="857160" cy="68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テキスト ボックス 92">
                <a:extLst>
                  <a:ext uri="{FF2B5EF4-FFF2-40B4-BE49-F238E27FC236}">
                    <a16:creationId xmlns:a16="http://schemas.microsoft.com/office/drawing/2014/main" id="{CD852CD0-55D8-E0F9-DB7F-13A575E493A6}"/>
                  </a:ext>
                </a:extLst>
              </p:cNvPr>
              <p:cNvSpPr txBox="1"/>
              <p:nvPr/>
            </p:nvSpPr>
            <p:spPr>
              <a:xfrm>
                <a:off x="6530917" y="3702559"/>
                <a:ext cx="31792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93" name="テキスト ボックス 92">
                <a:extLst>
                  <a:ext uri="{FF2B5EF4-FFF2-40B4-BE49-F238E27FC236}">
                    <a16:creationId xmlns:a16="http://schemas.microsoft.com/office/drawing/2014/main" id="{CD852CD0-55D8-E0F9-DB7F-13A575E49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917" y="3702559"/>
                <a:ext cx="317926" cy="49244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フローチャート: 結合子 93">
            <a:extLst>
              <a:ext uri="{FF2B5EF4-FFF2-40B4-BE49-F238E27FC236}">
                <a16:creationId xmlns:a16="http://schemas.microsoft.com/office/drawing/2014/main" id="{04EFBA34-1030-FDA2-0665-3ACC05F81DDA}"/>
              </a:ext>
            </a:extLst>
          </p:cNvPr>
          <p:cNvSpPr>
            <a:spLocks noChangeAspect="1"/>
          </p:cNvSpPr>
          <p:nvPr/>
        </p:nvSpPr>
        <p:spPr>
          <a:xfrm>
            <a:off x="2414056" y="769713"/>
            <a:ext cx="5348215" cy="5348215"/>
          </a:xfrm>
          <a:prstGeom prst="flowChartConnector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B68B72D2-0CA6-619C-EEB8-5E04102857B7}"/>
              </a:ext>
            </a:extLst>
          </p:cNvPr>
          <p:cNvCxnSpPr>
            <a:cxnSpLocks/>
          </p:cNvCxnSpPr>
          <p:nvPr/>
        </p:nvCxnSpPr>
        <p:spPr>
          <a:xfrm>
            <a:off x="5043752" y="-755503"/>
            <a:ext cx="57908" cy="772326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078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49</Words>
  <Application>Microsoft Office PowerPoint</Application>
  <PresentationFormat>ワイド画面</PresentationFormat>
  <Paragraphs>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Nika Yoruno</dc:creator>
  <cp:lastModifiedBy>Nika Yoruno</cp:lastModifiedBy>
  <cp:revision>1</cp:revision>
  <dcterms:created xsi:type="dcterms:W3CDTF">2025-11-04T01:34:14Z</dcterms:created>
  <dcterms:modified xsi:type="dcterms:W3CDTF">2025-11-04T02:18:03Z</dcterms:modified>
</cp:coreProperties>
</file>